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PingFang SC"/>
              </a:rPr>
              <a:t>从单机权限到 AI 模型与知识保护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PingFang SC"/>
              </a:rPr>
              <a:t>安全边界正在从机器、网络和应用，迁移到身份、知识和行动主体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000">
                <a:solidFill>
                  <a:srgbClr val="0F172A"/>
                </a:solidFill>
                <a:latin typeface="PingFang SC"/>
              </a:rPr>
              <a:t>单机权限 -&gt; 网络边界 -&gt; Web 安全 -&gt; 云身份 -&gt; Zero Trust -&gt; AI Agent 身份 -&gt; AI 模型与知识保护</a:t>
            </a:r>
          </a:p>
          <a:p>
            <a:r>
              <a:rPr sz="1600">
                <a:solidFill>
                  <a:srgbClr val="0F172A"/>
                </a:solidFill>
                <a:latin typeface="PingFang SC"/>
              </a:rPr>
              <a:t/>
            </a:r>
          </a:p>
          <a:p>
            <a:r>
              <a:rPr sz="1600">
                <a:solidFill>
                  <a:srgbClr val="0F172A"/>
                </a:solidFill>
                <a:latin typeface="PingFang SC"/>
              </a:rPr>
              <a:t>这页用一张表说明：安全边界不再只围绕系统入口，而是围绕谁在什么上下文里，携带什么知识，代表谁执行什么动作。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75569"/>
                </a:solidFill>
              </a:rPr>
              <a:t>AI security evolution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PingFang SC"/>
              </a:rPr>
              <a:t>一张表看安全边界的演进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94360" y="1143000"/>
          <a:ext cx="11018520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006840"/>
              </a:tblGrid>
              <a:tr h="645795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0F172A"/>
                          </a:solidFill>
                          <a:latin typeface="PingFang SC"/>
                        </a:rPr>
                        <a:t>演进路径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0F172A"/>
                          </a:solidFill>
                          <a:latin typeface="PingFang SC"/>
                        </a:rPr>
                        <a:t>当下</a:t>
                      </a:r>
                    </a:p>
                  </a:txBody>
                  <a:tcPr/>
                </a:tc>
              </a:tr>
              <a:tr h="645795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PingFang SC"/>
                        </a:rPr>
                        <a:t>单机权限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PingFang SC"/>
                        </a:rPr>
                        <a:t>权限不再只发生在单机，终端只是身份、数据和任务链路的入口。</a:t>
                      </a:r>
                    </a:p>
                  </a:txBody>
                  <a:tcPr/>
                </a:tc>
              </a:tr>
              <a:tr h="645795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PingFang SC"/>
                        </a:rPr>
                        <a:t>网络边界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PingFang SC"/>
                        </a:rPr>
                        <a:t>边界从机房防火墙变成 API、身份、设备、供应链和运行时的组合面。</a:t>
                      </a:r>
                    </a:p>
                  </a:txBody>
                  <a:tcPr/>
                </a:tc>
              </a:tr>
              <a:tr h="645795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PingFang SC"/>
                        </a:rPr>
                        <a:t>Web 安全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PingFang SC"/>
                        </a:rPr>
                        <a:t>Web 风险仍在，但主战场从页面漏洞扩展到业务流、插件、自动化调用和数据泄露。</a:t>
                      </a:r>
                    </a:p>
                  </a:txBody>
                  <a:tcPr/>
                </a:tc>
              </a:tr>
              <a:tr h="645795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PingFang SC"/>
                        </a:rPr>
                        <a:t>云身份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PingFang SC"/>
                        </a:rPr>
                        <a:t>云身份成为默认控制平面，权限漂移、密钥暴露和跨账号访问是主要风险。</a:t>
                      </a:r>
                    </a:p>
                  </a:txBody>
                  <a:tcPr/>
                </a:tc>
              </a:tr>
              <a:tr h="645795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PingFang SC"/>
                        </a:rPr>
                        <a:t>Zero Trust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PingFang SC"/>
                        </a:rPr>
                        <a:t>Zero Trust 从口号进入执行层，核心是持续验证、最小权限和上下文决策。</a:t>
                      </a:r>
                    </a:p>
                  </a:txBody>
                  <a:tcPr/>
                </a:tc>
              </a:tr>
              <a:tr h="645795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PingFang SC"/>
                        </a:rPr>
                        <a:t>AI Agent 身份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PingFang SC"/>
                        </a:rPr>
                        <a:t>Agent 开始代表人执行任务，必须有独立身份、授权边界、审计链和可撤销能力。</a:t>
                      </a:r>
                    </a:p>
                  </a:txBody>
                  <a:tcPr/>
                </a:tc>
              </a:tr>
              <a:tr h="645795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PingFang SC"/>
                        </a:rPr>
                        <a:t>AI 模型与知识保护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PingFang SC"/>
                        </a:rPr>
                        <a:t>模型、提示词、RAG 知识库、工具调用记录和业务语料共同成为新资产边界。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6400800"/>
            <a:ext cx="11064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75569"/>
                </a:solidFill>
              </a:rPr>
              <a:t>Table overview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PingFang SC"/>
              </a:rPr>
              <a:t>现在最关键的变化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78992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0F172A"/>
                </a:solidFill>
                <a:latin typeface="PingFang SC"/>
              </a:rPr>
              <a:t>过去问：谁能登录机器。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0F172A"/>
                </a:solidFill>
                <a:latin typeface="PingFang SC"/>
              </a:rPr>
              <a:t>后来问：谁能从网络边界进入。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0F172A"/>
                </a:solidFill>
                <a:latin typeface="PingFang SC"/>
              </a:rPr>
              <a:t>再后来问：用户、设备、会话、API 是否可信。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F172A"/>
                </a:solidFill>
                <a:latin typeface="PingFang SC"/>
              </a:rPr>
              <a:t>现在问：这个 AI Agent 是谁授权的、能读什么、能做什么、出了问题能不能撤销。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75569"/>
                </a:solidFill>
              </a:rPr>
              <a:t>Question shift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PingFang SC"/>
              </a:rPr>
              <a:t>当下的安全重点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645920"/>
            <a:ext cx="2926080" cy="246888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2563EB"/>
                </a:solidFill>
                <a:latin typeface="PingFang SC"/>
              </a:rPr>
              <a:t>身份边界</a:t>
            </a:r>
          </a:p>
          <a:p>
            <a:pPr>
              <a:spcBef>
                <a:spcPts val="1200"/>
              </a:spcBef>
            </a:pPr>
            <a:r>
              <a:rPr sz="1300">
                <a:solidFill>
                  <a:srgbClr val="0F172A"/>
                </a:solidFill>
                <a:latin typeface="PingFang SC"/>
              </a:rPr>
              <a:t>人、应用、Agent、工具都要有可区分身份。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9080" y="1645920"/>
            <a:ext cx="2926080" cy="246888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2563EB"/>
                </a:solidFill>
                <a:latin typeface="PingFang SC"/>
              </a:rPr>
              <a:t>知识边界</a:t>
            </a:r>
          </a:p>
          <a:p>
            <a:pPr>
              <a:spcBef>
                <a:spcPts val="1200"/>
              </a:spcBef>
            </a:pPr>
            <a:r>
              <a:rPr sz="1300">
                <a:solidFill>
                  <a:srgbClr val="0F172A"/>
                </a:solidFill>
                <a:latin typeface="PingFang SC"/>
              </a:rPr>
              <a:t>RAG、提示词、文件、业务语料按权限进入上下文。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79" y="1645920"/>
            <a:ext cx="2926080" cy="246888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2563EB"/>
                </a:solidFill>
                <a:latin typeface="PingFang SC"/>
              </a:rPr>
              <a:t>行动边界</a:t>
            </a:r>
          </a:p>
          <a:p>
            <a:pPr>
              <a:spcBef>
                <a:spcPts val="1200"/>
              </a:spcBef>
            </a:pPr>
            <a:r>
              <a:rPr sz="1300">
                <a:solidFill>
                  <a:srgbClr val="0F172A"/>
                </a:solidFill>
                <a:latin typeface="PingFang SC"/>
              </a:rPr>
              <a:t>Agent 调工具、改数据、发请求、创建任务都要可授权、可追踪、可撤销。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75569"/>
                </a:solidFill>
              </a:rPr>
              <a:t>Three control planes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PingFang SC"/>
              </a:rPr>
              <a:t>结语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25880"/>
            <a:ext cx="1069848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</a:pPr>
            <a:r>
              <a:rPr sz="2400" b="0">
                <a:solidFill>
                  <a:srgbClr val="0F172A"/>
                </a:solidFill>
                <a:latin typeface="PingFang SC"/>
              </a:rPr>
              <a:t>安全已经从“谁能访问系统”升级为“谁能携带什么知识，以什么身份，替谁执行什么动作”。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0F172A"/>
                </a:solidFill>
                <a:latin typeface="PingFang SC"/>
              </a:rPr>
              <a:t/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0F172A"/>
                </a:solidFill>
                <a:latin typeface="PingFang SC"/>
              </a:rPr>
              <a:t>这就是 AI 时代的边界迁移。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75569"/>
                </a:solidFill>
              </a:rPr>
              <a:t>Closing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